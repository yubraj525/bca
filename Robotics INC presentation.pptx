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etchlamoon Bold" charset="1" panose="00000000000000000000"/>
      <p:regular r:id="rId20"/>
    </p:embeddedFont>
    <p:embeddedFont>
      <p:font typeface="Serithai" charset="1" panose="00000000000000000000"/>
      <p:regular r:id="rId21"/>
    </p:embeddedFont>
    <p:embeddedFont>
      <p:font typeface="Serithai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4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25389" y="1743500"/>
            <a:ext cx="8662611" cy="8543500"/>
          </a:xfrm>
          <a:custGeom>
            <a:avLst/>
            <a:gdLst/>
            <a:ahLst/>
            <a:cxnLst/>
            <a:rect r="r" b="b" t="t" l="l"/>
            <a:pathLst>
              <a:path h="8543500" w="8662611">
                <a:moveTo>
                  <a:pt x="0" y="0"/>
                </a:moveTo>
                <a:lnTo>
                  <a:pt x="8662611" y="0"/>
                </a:lnTo>
                <a:lnTo>
                  <a:pt x="8662611" y="8543500"/>
                </a:lnTo>
                <a:lnTo>
                  <a:pt x="0" y="85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29668" y="1734035"/>
            <a:ext cx="7934756" cy="6818931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682" y="0"/>
              <a:ext cx="797437" cy="698500"/>
            </a:xfrm>
            <a:custGeom>
              <a:avLst/>
              <a:gdLst/>
              <a:ahLst/>
              <a:cxnLst/>
              <a:rect r="r" b="b" t="t" l="l"/>
              <a:pathLst>
                <a:path h="698500" w="797437">
                  <a:moveTo>
                    <a:pt x="785000" y="383827"/>
                  </a:moveTo>
                  <a:lnTo>
                    <a:pt x="622036" y="663923"/>
                  </a:lnTo>
                  <a:cubicBezTo>
                    <a:pt x="609580" y="685330"/>
                    <a:pt x="586681" y="698500"/>
                    <a:pt x="561914" y="698500"/>
                  </a:cubicBezTo>
                  <a:lnTo>
                    <a:pt x="235522" y="698500"/>
                  </a:lnTo>
                  <a:cubicBezTo>
                    <a:pt x="210754" y="698500"/>
                    <a:pt x="187856" y="685330"/>
                    <a:pt x="175400" y="663923"/>
                  </a:cubicBezTo>
                  <a:lnTo>
                    <a:pt x="12436" y="383827"/>
                  </a:lnTo>
                  <a:cubicBezTo>
                    <a:pt x="0" y="362453"/>
                    <a:pt x="0" y="336047"/>
                    <a:pt x="12436" y="314673"/>
                  </a:cubicBezTo>
                  <a:lnTo>
                    <a:pt x="175400" y="34577"/>
                  </a:lnTo>
                  <a:cubicBezTo>
                    <a:pt x="187856" y="13170"/>
                    <a:pt x="210754" y="0"/>
                    <a:pt x="235522" y="0"/>
                  </a:cubicBezTo>
                  <a:lnTo>
                    <a:pt x="561914" y="0"/>
                  </a:lnTo>
                  <a:cubicBezTo>
                    <a:pt x="586681" y="0"/>
                    <a:pt x="609580" y="13170"/>
                    <a:pt x="622036" y="34577"/>
                  </a:cubicBezTo>
                  <a:lnTo>
                    <a:pt x="785000" y="314673"/>
                  </a:lnTo>
                  <a:cubicBezTo>
                    <a:pt x="797436" y="336047"/>
                    <a:pt x="797436" y="362453"/>
                    <a:pt x="785000" y="383827"/>
                  </a:cubicBezTo>
                  <a:close/>
                </a:path>
              </a:pathLst>
            </a:custGeom>
            <a:solidFill>
              <a:srgbClr val="000A3D"/>
            </a:solidFill>
            <a:ln w="190500" cap="rnd">
              <a:solidFill>
                <a:srgbClr val="E5C71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42322" y="2174597"/>
            <a:ext cx="6909448" cy="5937807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240" y="0"/>
              <a:ext cx="800321" cy="698500"/>
            </a:xfrm>
            <a:custGeom>
              <a:avLst/>
              <a:gdLst/>
              <a:ahLst/>
              <a:cxnLst/>
              <a:rect r="r" b="b" t="t" l="l"/>
              <a:pathLst>
                <a:path h="698500" w="800321">
                  <a:moveTo>
                    <a:pt x="790219" y="377336"/>
                  </a:moveTo>
                  <a:lnTo>
                    <a:pt x="619701" y="670414"/>
                  </a:lnTo>
                  <a:cubicBezTo>
                    <a:pt x="609584" y="687803"/>
                    <a:pt x="590984" y="698500"/>
                    <a:pt x="570866" y="698500"/>
                  </a:cubicBezTo>
                  <a:lnTo>
                    <a:pt x="229454" y="698500"/>
                  </a:lnTo>
                  <a:cubicBezTo>
                    <a:pt x="209336" y="698500"/>
                    <a:pt x="190736" y="687803"/>
                    <a:pt x="180619" y="670414"/>
                  </a:cubicBezTo>
                  <a:lnTo>
                    <a:pt x="10101" y="377336"/>
                  </a:lnTo>
                  <a:cubicBezTo>
                    <a:pt x="0" y="359974"/>
                    <a:pt x="0" y="338526"/>
                    <a:pt x="10101" y="321164"/>
                  </a:cubicBezTo>
                  <a:lnTo>
                    <a:pt x="180619" y="28086"/>
                  </a:lnTo>
                  <a:cubicBezTo>
                    <a:pt x="190736" y="10697"/>
                    <a:pt x="209336" y="0"/>
                    <a:pt x="229454" y="0"/>
                  </a:cubicBezTo>
                  <a:lnTo>
                    <a:pt x="570866" y="0"/>
                  </a:lnTo>
                  <a:cubicBezTo>
                    <a:pt x="590984" y="0"/>
                    <a:pt x="609584" y="10697"/>
                    <a:pt x="619701" y="28086"/>
                  </a:cubicBezTo>
                  <a:lnTo>
                    <a:pt x="790219" y="321164"/>
                  </a:lnTo>
                  <a:cubicBezTo>
                    <a:pt x="800320" y="338526"/>
                    <a:pt x="800320" y="359974"/>
                    <a:pt x="790219" y="377336"/>
                  </a:cubicBezTo>
                  <a:close/>
                </a:path>
              </a:pathLst>
            </a:custGeom>
            <a:blipFill>
              <a:blip r:embed="rId4"/>
              <a:stretch>
                <a:fillRect l="0" t="-6926" r="0" b="-6926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897730" y="8284603"/>
            <a:ext cx="5833813" cy="1002473"/>
            <a:chOff x="0" y="0"/>
            <a:chExt cx="4064865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803" y="0"/>
              <a:ext cx="4059259" cy="698500"/>
            </a:xfrm>
            <a:custGeom>
              <a:avLst/>
              <a:gdLst/>
              <a:ahLst/>
              <a:cxnLst/>
              <a:rect r="r" b="b" t="t" l="l"/>
              <a:pathLst>
                <a:path h="698500" w="4059259">
                  <a:moveTo>
                    <a:pt x="4054721" y="361868"/>
                  </a:moveTo>
                  <a:lnTo>
                    <a:pt x="3866203" y="685882"/>
                  </a:lnTo>
                  <a:cubicBezTo>
                    <a:pt x="3861658" y="693694"/>
                    <a:pt x="3853302" y="698500"/>
                    <a:pt x="3844264" y="698500"/>
                  </a:cubicBezTo>
                  <a:lnTo>
                    <a:pt x="214995" y="698500"/>
                  </a:lnTo>
                  <a:cubicBezTo>
                    <a:pt x="205957" y="698500"/>
                    <a:pt x="197601" y="693694"/>
                    <a:pt x="193056" y="685882"/>
                  </a:cubicBezTo>
                  <a:lnTo>
                    <a:pt x="4538" y="361868"/>
                  </a:lnTo>
                  <a:cubicBezTo>
                    <a:pt x="0" y="354068"/>
                    <a:pt x="0" y="344432"/>
                    <a:pt x="4538" y="336632"/>
                  </a:cubicBezTo>
                  <a:lnTo>
                    <a:pt x="193056" y="12618"/>
                  </a:lnTo>
                  <a:cubicBezTo>
                    <a:pt x="197601" y="4806"/>
                    <a:pt x="205957" y="0"/>
                    <a:pt x="214995" y="0"/>
                  </a:cubicBezTo>
                  <a:lnTo>
                    <a:pt x="3844264" y="0"/>
                  </a:lnTo>
                  <a:cubicBezTo>
                    <a:pt x="3853302" y="0"/>
                    <a:pt x="3861658" y="4806"/>
                    <a:pt x="3866203" y="12618"/>
                  </a:cubicBezTo>
                  <a:lnTo>
                    <a:pt x="4054721" y="336632"/>
                  </a:lnTo>
                  <a:cubicBezTo>
                    <a:pt x="4059259" y="344432"/>
                    <a:pt x="4059259" y="354068"/>
                    <a:pt x="4054721" y="361868"/>
                  </a:cubicBezTo>
                  <a:close/>
                </a:path>
              </a:pathLst>
            </a:custGeom>
            <a:solidFill>
              <a:srgbClr val="000A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3836265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383003" y="8284603"/>
            <a:ext cx="4467164" cy="1002473"/>
            <a:chOff x="0" y="0"/>
            <a:chExt cx="3112616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661" y="0"/>
              <a:ext cx="3105294" cy="698500"/>
            </a:xfrm>
            <a:custGeom>
              <a:avLst/>
              <a:gdLst/>
              <a:ahLst/>
              <a:cxnLst/>
              <a:rect r="r" b="b" t="t" l="l"/>
              <a:pathLst>
                <a:path h="698500" w="3105294">
                  <a:moveTo>
                    <a:pt x="3099368" y="365728"/>
                  </a:moveTo>
                  <a:lnTo>
                    <a:pt x="2915342" y="682022"/>
                  </a:lnTo>
                  <a:cubicBezTo>
                    <a:pt x="2909407" y="692224"/>
                    <a:pt x="2898494" y="698500"/>
                    <a:pt x="2886691" y="698500"/>
                  </a:cubicBezTo>
                  <a:lnTo>
                    <a:pt x="218603" y="698500"/>
                  </a:lnTo>
                  <a:cubicBezTo>
                    <a:pt x="206800" y="698500"/>
                    <a:pt x="195888" y="692224"/>
                    <a:pt x="189952" y="682022"/>
                  </a:cubicBezTo>
                  <a:lnTo>
                    <a:pt x="5926" y="365728"/>
                  </a:lnTo>
                  <a:cubicBezTo>
                    <a:pt x="0" y="355542"/>
                    <a:pt x="0" y="342958"/>
                    <a:pt x="5926" y="332772"/>
                  </a:cubicBezTo>
                  <a:lnTo>
                    <a:pt x="189952" y="16478"/>
                  </a:lnTo>
                  <a:cubicBezTo>
                    <a:pt x="195888" y="6276"/>
                    <a:pt x="206800" y="0"/>
                    <a:pt x="218603" y="0"/>
                  </a:cubicBezTo>
                  <a:lnTo>
                    <a:pt x="2886691" y="0"/>
                  </a:lnTo>
                  <a:cubicBezTo>
                    <a:pt x="2898494" y="0"/>
                    <a:pt x="2909407" y="6276"/>
                    <a:pt x="2915342" y="16478"/>
                  </a:cubicBezTo>
                  <a:lnTo>
                    <a:pt x="3099368" y="332772"/>
                  </a:lnTo>
                  <a:cubicBezTo>
                    <a:pt x="3105294" y="342958"/>
                    <a:pt x="3105294" y="355542"/>
                    <a:pt x="3099368" y="365728"/>
                  </a:cubicBezTo>
                  <a:close/>
                </a:path>
              </a:pathLst>
            </a:custGeom>
            <a:solidFill>
              <a:srgbClr val="071D7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288401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969967" y="-1581150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6" y="0"/>
                </a:lnTo>
                <a:lnTo>
                  <a:pt x="2348066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1409" y="3441092"/>
            <a:ext cx="8115300" cy="96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6"/>
              </a:lnSpc>
              <a:spcBef>
                <a:spcPct val="0"/>
              </a:spcBef>
            </a:pPr>
            <a:r>
              <a:rPr lang="en-US" b="true" sz="5704">
                <a:solidFill>
                  <a:srgbClr val="000000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INTRODUCTION 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1409" y="4525213"/>
            <a:ext cx="8900968" cy="2510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6"/>
              </a:lnSpc>
            </a:pPr>
            <a:r>
              <a:rPr lang="en-US" sz="6204" b="true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MICROCONTROLLER</a:t>
            </a:r>
          </a:p>
          <a:p>
            <a:pPr algn="l">
              <a:lnSpc>
                <a:spcPts val="11766"/>
              </a:lnSpc>
              <a:spcBef>
                <a:spcPct val="0"/>
              </a:spcBef>
            </a:pPr>
            <a:r>
              <a:rPr lang="en-US" b="true" sz="8404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&amp; ARDUINO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1509836" y="-2408050"/>
            <a:ext cx="8284081" cy="4151549"/>
            <a:chOff x="0" y="0"/>
            <a:chExt cx="11045441" cy="553539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045441" cy="5535399"/>
              <a:chOff x="0" y="0"/>
              <a:chExt cx="1393800" cy="6985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6281" y="0"/>
                <a:ext cx="1381238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1381238">
                    <a:moveTo>
                      <a:pt x="1371070" y="377522"/>
                    </a:moveTo>
                    <a:lnTo>
                      <a:pt x="1200769" y="670228"/>
                    </a:lnTo>
                    <a:cubicBezTo>
                      <a:pt x="1190584" y="687732"/>
                      <a:pt x="1171861" y="698500"/>
                      <a:pt x="1151610" y="698500"/>
                    </a:cubicBezTo>
                    <a:lnTo>
                      <a:pt x="229628" y="698500"/>
                    </a:lnTo>
                    <a:cubicBezTo>
                      <a:pt x="209377" y="698500"/>
                      <a:pt x="190654" y="687732"/>
                      <a:pt x="180470" y="670228"/>
                    </a:cubicBezTo>
                    <a:lnTo>
                      <a:pt x="10168" y="377522"/>
                    </a:lnTo>
                    <a:cubicBezTo>
                      <a:pt x="0" y="360046"/>
                      <a:pt x="0" y="338454"/>
                      <a:pt x="10168" y="320978"/>
                    </a:cubicBezTo>
                    <a:lnTo>
                      <a:pt x="180470" y="28272"/>
                    </a:lnTo>
                    <a:cubicBezTo>
                      <a:pt x="190654" y="10768"/>
                      <a:pt x="209377" y="0"/>
                      <a:pt x="229628" y="0"/>
                    </a:cubicBezTo>
                    <a:lnTo>
                      <a:pt x="1151610" y="0"/>
                    </a:lnTo>
                    <a:cubicBezTo>
                      <a:pt x="1171861" y="0"/>
                      <a:pt x="1190584" y="10768"/>
                      <a:pt x="1200769" y="28272"/>
                    </a:cubicBezTo>
                    <a:lnTo>
                      <a:pt x="1371070" y="320978"/>
                    </a:lnTo>
                    <a:cubicBezTo>
                      <a:pt x="1381238" y="338454"/>
                      <a:pt x="1381238" y="360046"/>
                      <a:pt x="1371070" y="377522"/>
                    </a:cubicBezTo>
                    <a:close/>
                  </a:path>
                </a:pathLst>
              </a:custGeom>
              <a:solidFill>
                <a:srgbClr val="000A3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14300" y="-38100"/>
                <a:ext cx="11652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536191" y="3414474"/>
              <a:ext cx="1944362" cy="1961525"/>
            </a:xfrm>
            <a:custGeom>
              <a:avLst/>
              <a:gdLst/>
              <a:ahLst/>
              <a:cxnLst/>
              <a:rect r="r" b="b" t="t" l="l"/>
              <a:pathLst>
                <a:path h="1961525" w="1944362">
                  <a:moveTo>
                    <a:pt x="0" y="0"/>
                  </a:moveTo>
                  <a:lnTo>
                    <a:pt x="1944362" y="0"/>
                  </a:lnTo>
                  <a:lnTo>
                    <a:pt x="1944362" y="1961526"/>
                  </a:lnTo>
                  <a:lnTo>
                    <a:pt x="0" y="196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4934452" y="4126166"/>
              <a:ext cx="4107853" cy="6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1"/>
                </a:lnSpc>
              </a:pPr>
              <a:r>
                <a:rPr lang="en-US" sz="3116" spc="-31">
                  <a:solidFill>
                    <a:srgbClr val="FFFFFF"/>
                  </a:solidFill>
                  <a:latin typeface="Serithai"/>
                  <a:ea typeface="Serithai"/>
                  <a:cs typeface="Serithai"/>
                  <a:sym typeface="Serithai"/>
                </a:rPr>
                <a:t>Robotics INC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1901" y="8498292"/>
            <a:ext cx="3092260" cy="54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5"/>
              </a:lnSpc>
            </a:pPr>
            <a:r>
              <a:rPr lang="en-US" sz="3435" spc="-34">
                <a:solidFill>
                  <a:srgbClr val="FFFFFF"/>
                </a:solidFill>
                <a:latin typeface="Serithai"/>
                <a:ea typeface="Serithai"/>
                <a:cs typeface="Serithai"/>
                <a:sym typeface="Serithai"/>
              </a:rPr>
              <a:t>Presented By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61518" y="8498292"/>
            <a:ext cx="4250975" cy="54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5"/>
              </a:lnSpc>
            </a:pPr>
            <a:r>
              <a:rPr lang="en-US" sz="3435" spc="-34" b="true">
                <a:solidFill>
                  <a:srgbClr val="FFFFFF"/>
                </a:solidFill>
                <a:latin typeface="Serithai Bold"/>
                <a:ea typeface="Serithai Bold"/>
                <a:cs typeface="Serithai Bold"/>
                <a:sym typeface="Serithai Bold"/>
              </a:rPr>
              <a:t>Yubraj Khatri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9253" y="713955"/>
            <a:ext cx="15189947" cy="8544345"/>
          </a:xfrm>
          <a:custGeom>
            <a:avLst/>
            <a:gdLst/>
            <a:ahLst/>
            <a:cxnLst/>
            <a:rect r="r" b="b" t="t" l="l"/>
            <a:pathLst>
              <a:path h="8544345" w="15189947">
                <a:moveTo>
                  <a:pt x="0" y="0"/>
                </a:moveTo>
                <a:lnTo>
                  <a:pt x="15189947" y="0"/>
                </a:lnTo>
                <a:lnTo>
                  <a:pt x="15189947" y="8544345"/>
                </a:lnTo>
                <a:lnTo>
                  <a:pt x="0" y="8544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29777"/>
            <a:ext cx="8220711" cy="9657223"/>
          </a:xfrm>
          <a:custGeom>
            <a:avLst/>
            <a:gdLst/>
            <a:ahLst/>
            <a:cxnLst/>
            <a:rect r="r" b="b" t="t" l="l"/>
            <a:pathLst>
              <a:path h="9657223" w="8220711">
                <a:moveTo>
                  <a:pt x="8220711" y="0"/>
                </a:moveTo>
                <a:lnTo>
                  <a:pt x="0" y="0"/>
                </a:lnTo>
                <a:lnTo>
                  <a:pt x="0" y="9657223"/>
                </a:lnTo>
                <a:lnTo>
                  <a:pt x="8220711" y="9657223"/>
                </a:lnTo>
                <a:lnTo>
                  <a:pt x="82207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7813" y="1782099"/>
            <a:ext cx="7822897" cy="672280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792" y="0"/>
              <a:ext cx="797217" cy="698500"/>
            </a:xfrm>
            <a:custGeom>
              <a:avLst/>
              <a:gdLst/>
              <a:ahLst/>
              <a:cxnLst/>
              <a:rect r="r" b="b" t="t" l="l"/>
              <a:pathLst>
                <a:path h="698500" w="797217">
                  <a:moveTo>
                    <a:pt x="784603" y="384321"/>
                  </a:moveTo>
                  <a:lnTo>
                    <a:pt x="622213" y="663429"/>
                  </a:lnTo>
                  <a:cubicBezTo>
                    <a:pt x="609580" y="685142"/>
                    <a:pt x="586354" y="698500"/>
                    <a:pt x="561232" y="698500"/>
                  </a:cubicBezTo>
                  <a:lnTo>
                    <a:pt x="235984" y="698500"/>
                  </a:lnTo>
                  <a:cubicBezTo>
                    <a:pt x="210862" y="698500"/>
                    <a:pt x="187636" y="685142"/>
                    <a:pt x="175003" y="663429"/>
                  </a:cubicBezTo>
                  <a:lnTo>
                    <a:pt x="12613" y="384321"/>
                  </a:lnTo>
                  <a:cubicBezTo>
                    <a:pt x="0" y="362642"/>
                    <a:pt x="0" y="335858"/>
                    <a:pt x="12613" y="314179"/>
                  </a:cubicBezTo>
                  <a:lnTo>
                    <a:pt x="175003" y="35071"/>
                  </a:lnTo>
                  <a:cubicBezTo>
                    <a:pt x="187636" y="13358"/>
                    <a:pt x="210862" y="0"/>
                    <a:pt x="235984" y="0"/>
                  </a:cubicBezTo>
                  <a:lnTo>
                    <a:pt x="561232" y="0"/>
                  </a:lnTo>
                  <a:cubicBezTo>
                    <a:pt x="586354" y="0"/>
                    <a:pt x="609580" y="13358"/>
                    <a:pt x="622213" y="35071"/>
                  </a:cubicBezTo>
                  <a:lnTo>
                    <a:pt x="784603" y="314179"/>
                  </a:lnTo>
                  <a:cubicBezTo>
                    <a:pt x="797216" y="335858"/>
                    <a:pt x="797216" y="362642"/>
                    <a:pt x="784603" y="384321"/>
                  </a:cubicBezTo>
                  <a:close/>
                </a:path>
              </a:pathLst>
            </a:custGeom>
            <a:solidFill>
              <a:srgbClr val="000A3D"/>
            </a:solidFill>
            <a:ln w="190500" cap="rnd">
              <a:solidFill>
                <a:srgbClr val="E5C71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3240" y="2216450"/>
            <a:ext cx="6812043" cy="5854100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29" y="0"/>
              <a:ext cx="800142" cy="698500"/>
            </a:xfrm>
            <a:custGeom>
              <a:avLst/>
              <a:gdLst/>
              <a:ahLst/>
              <a:cxnLst/>
              <a:rect r="r" b="b" t="t" l="l"/>
              <a:pathLst>
                <a:path h="698500" w="800142">
                  <a:moveTo>
                    <a:pt x="789896" y="377738"/>
                  </a:moveTo>
                  <a:lnTo>
                    <a:pt x="619846" y="670012"/>
                  </a:lnTo>
                  <a:cubicBezTo>
                    <a:pt x="609584" y="687650"/>
                    <a:pt x="590718" y="698500"/>
                    <a:pt x="570312" y="698500"/>
                  </a:cubicBezTo>
                  <a:lnTo>
                    <a:pt x="229830" y="698500"/>
                  </a:lnTo>
                  <a:cubicBezTo>
                    <a:pt x="209424" y="698500"/>
                    <a:pt x="190558" y="687650"/>
                    <a:pt x="180296" y="670012"/>
                  </a:cubicBezTo>
                  <a:lnTo>
                    <a:pt x="10246" y="377738"/>
                  </a:lnTo>
                  <a:cubicBezTo>
                    <a:pt x="0" y="360128"/>
                    <a:pt x="0" y="338372"/>
                    <a:pt x="10246" y="320762"/>
                  </a:cubicBezTo>
                  <a:lnTo>
                    <a:pt x="180296" y="28488"/>
                  </a:lnTo>
                  <a:cubicBezTo>
                    <a:pt x="190558" y="10850"/>
                    <a:pt x="209424" y="0"/>
                    <a:pt x="229830" y="0"/>
                  </a:cubicBezTo>
                  <a:lnTo>
                    <a:pt x="570312" y="0"/>
                  </a:lnTo>
                  <a:cubicBezTo>
                    <a:pt x="590718" y="0"/>
                    <a:pt x="609584" y="10850"/>
                    <a:pt x="619846" y="28488"/>
                  </a:cubicBezTo>
                  <a:lnTo>
                    <a:pt x="789896" y="320762"/>
                  </a:lnTo>
                  <a:cubicBezTo>
                    <a:pt x="800142" y="338372"/>
                    <a:pt x="800142" y="360128"/>
                    <a:pt x="789896" y="377738"/>
                  </a:cubicBezTo>
                  <a:close/>
                </a:path>
              </a:pathLst>
            </a:custGeom>
            <a:blipFill>
              <a:blip r:embed="rId4"/>
              <a:stretch>
                <a:fillRect l="-42483" t="0" r="-42483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911235" y="9381826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5" y="0"/>
                </a:lnTo>
                <a:lnTo>
                  <a:pt x="2348065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55066" y="1954565"/>
            <a:ext cx="8492282" cy="101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5"/>
              </a:lnSpc>
              <a:spcBef>
                <a:spcPct val="0"/>
              </a:spcBef>
            </a:pPr>
            <a:r>
              <a:rPr lang="en-US" b="true" sz="58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MICROCONTROLLER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55066" y="2957315"/>
            <a:ext cx="8004234" cy="1578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1"/>
              </a:lnSpc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It is specially designed circuits for embedded applications and is widely used in automatically controlled electronic devices. It contains memory, processor, and programmable I/O.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55066" y="4731380"/>
            <a:ext cx="8004234" cy="197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1"/>
              </a:lnSpc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It’s types:</a:t>
            </a:r>
          </a:p>
          <a:p>
            <a:pPr algn="just">
              <a:lnSpc>
                <a:spcPts val="3181"/>
              </a:lnSpc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○ Intel MCS-51 </a:t>
            </a:r>
          </a:p>
          <a:p>
            <a:pPr algn="just">
              <a:lnSpc>
                <a:spcPts val="3181"/>
              </a:lnSpc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○ 8051 microcontroller </a:t>
            </a:r>
          </a:p>
          <a:p>
            <a:pPr algn="just">
              <a:lnSpc>
                <a:spcPts val="3181"/>
              </a:lnSpc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○ AVR microcontroller </a:t>
            </a:r>
          </a:p>
          <a:p>
            <a:pPr algn="just">
              <a:lnSpc>
                <a:spcPts val="3181"/>
              </a:lnSpc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○ PIC microcontroller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9996" y="2923376"/>
            <a:ext cx="7438004" cy="7363624"/>
          </a:xfrm>
          <a:custGeom>
            <a:avLst/>
            <a:gdLst/>
            <a:ahLst/>
            <a:cxnLst/>
            <a:rect r="r" b="b" t="t" l="l"/>
            <a:pathLst>
              <a:path h="7363624" w="7438004">
                <a:moveTo>
                  <a:pt x="0" y="0"/>
                </a:moveTo>
                <a:lnTo>
                  <a:pt x="7438004" y="0"/>
                </a:lnTo>
                <a:lnTo>
                  <a:pt x="7438004" y="7363624"/>
                </a:lnTo>
                <a:lnTo>
                  <a:pt x="0" y="7363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36403" y="1782099"/>
            <a:ext cx="7822897" cy="672280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792" y="0"/>
              <a:ext cx="797217" cy="698500"/>
            </a:xfrm>
            <a:custGeom>
              <a:avLst/>
              <a:gdLst/>
              <a:ahLst/>
              <a:cxnLst/>
              <a:rect r="r" b="b" t="t" l="l"/>
              <a:pathLst>
                <a:path h="698500" w="797217">
                  <a:moveTo>
                    <a:pt x="784603" y="384321"/>
                  </a:moveTo>
                  <a:lnTo>
                    <a:pt x="622213" y="663429"/>
                  </a:lnTo>
                  <a:cubicBezTo>
                    <a:pt x="609580" y="685142"/>
                    <a:pt x="586354" y="698500"/>
                    <a:pt x="561232" y="698500"/>
                  </a:cubicBezTo>
                  <a:lnTo>
                    <a:pt x="235984" y="698500"/>
                  </a:lnTo>
                  <a:cubicBezTo>
                    <a:pt x="210862" y="698500"/>
                    <a:pt x="187636" y="685142"/>
                    <a:pt x="175003" y="663429"/>
                  </a:cubicBezTo>
                  <a:lnTo>
                    <a:pt x="12613" y="384321"/>
                  </a:lnTo>
                  <a:cubicBezTo>
                    <a:pt x="0" y="362642"/>
                    <a:pt x="0" y="335858"/>
                    <a:pt x="12613" y="314179"/>
                  </a:cubicBezTo>
                  <a:lnTo>
                    <a:pt x="175003" y="35071"/>
                  </a:lnTo>
                  <a:cubicBezTo>
                    <a:pt x="187636" y="13358"/>
                    <a:pt x="210862" y="0"/>
                    <a:pt x="235984" y="0"/>
                  </a:cubicBezTo>
                  <a:lnTo>
                    <a:pt x="561232" y="0"/>
                  </a:lnTo>
                  <a:cubicBezTo>
                    <a:pt x="586354" y="0"/>
                    <a:pt x="609580" y="13358"/>
                    <a:pt x="622213" y="35071"/>
                  </a:cubicBezTo>
                  <a:lnTo>
                    <a:pt x="784603" y="314179"/>
                  </a:lnTo>
                  <a:cubicBezTo>
                    <a:pt x="797216" y="335858"/>
                    <a:pt x="797216" y="362642"/>
                    <a:pt x="784603" y="384321"/>
                  </a:cubicBezTo>
                  <a:close/>
                </a:path>
              </a:pathLst>
            </a:custGeom>
            <a:solidFill>
              <a:srgbClr val="000A3D"/>
            </a:solidFill>
            <a:ln w="190500" cap="rnd">
              <a:solidFill>
                <a:srgbClr val="E5C71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41830" y="2216450"/>
            <a:ext cx="6812043" cy="5854100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29" y="0"/>
              <a:ext cx="800142" cy="698500"/>
            </a:xfrm>
            <a:custGeom>
              <a:avLst/>
              <a:gdLst/>
              <a:ahLst/>
              <a:cxnLst/>
              <a:rect r="r" b="b" t="t" l="l"/>
              <a:pathLst>
                <a:path h="698500" w="800142">
                  <a:moveTo>
                    <a:pt x="789896" y="377738"/>
                  </a:moveTo>
                  <a:lnTo>
                    <a:pt x="619846" y="670012"/>
                  </a:lnTo>
                  <a:cubicBezTo>
                    <a:pt x="609584" y="687650"/>
                    <a:pt x="590718" y="698500"/>
                    <a:pt x="570312" y="698500"/>
                  </a:cubicBezTo>
                  <a:lnTo>
                    <a:pt x="229830" y="698500"/>
                  </a:lnTo>
                  <a:cubicBezTo>
                    <a:pt x="209424" y="698500"/>
                    <a:pt x="190558" y="687650"/>
                    <a:pt x="180296" y="670012"/>
                  </a:cubicBezTo>
                  <a:lnTo>
                    <a:pt x="10246" y="377738"/>
                  </a:lnTo>
                  <a:cubicBezTo>
                    <a:pt x="0" y="360128"/>
                    <a:pt x="0" y="338372"/>
                    <a:pt x="10246" y="320762"/>
                  </a:cubicBezTo>
                  <a:lnTo>
                    <a:pt x="180296" y="28488"/>
                  </a:lnTo>
                  <a:cubicBezTo>
                    <a:pt x="190558" y="10850"/>
                    <a:pt x="209424" y="0"/>
                    <a:pt x="229830" y="0"/>
                  </a:cubicBezTo>
                  <a:lnTo>
                    <a:pt x="570312" y="0"/>
                  </a:lnTo>
                  <a:cubicBezTo>
                    <a:pt x="590718" y="0"/>
                    <a:pt x="609584" y="10850"/>
                    <a:pt x="619846" y="28488"/>
                  </a:cubicBezTo>
                  <a:lnTo>
                    <a:pt x="789896" y="320762"/>
                  </a:lnTo>
                  <a:cubicBezTo>
                    <a:pt x="800142" y="338372"/>
                    <a:pt x="800142" y="360128"/>
                    <a:pt x="789896" y="377738"/>
                  </a:cubicBezTo>
                  <a:close/>
                </a:path>
              </a:pathLst>
            </a:custGeom>
            <a:blipFill>
              <a:blip r:embed="rId4"/>
              <a:stretch>
                <a:fillRect l="0" t="-6909" r="0" b="-6909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969967" y="-1581150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6" y="0"/>
                </a:lnTo>
                <a:lnTo>
                  <a:pt x="2348066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15312" y="1982168"/>
            <a:ext cx="7075287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ARDUINO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366837"/>
            <a:ext cx="7075287" cy="437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The Arduino board is a small microcontroller board, which is a small circuit that contains a whole computer on a small chip (the microcontroller).</a:t>
            </a:r>
          </a:p>
          <a:p>
            <a:pPr algn="just">
              <a:lnSpc>
                <a:spcPts val="3181"/>
              </a:lnSpc>
            </a:pP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Arduino is composed of two major parts:</a:t>
            </a:r>
          </a:p>
          <a:p>
            <a:pPr algn="just">
              <a:lnSpc>
                <a:spcPts val="3181"/>
              </a:lnSpc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       ○ Arduino board</a:t>
            </a:r>
          </a:p>
          <a:p>
            <a:pPr algn="just">
              <a:lnSpc>
                <a:spcPts val="3181"/>
              </a:lnSpc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       </a:t>
            </a: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○ the IDE</a:t>
            </a:r>
          </a:p>
          <a:p>
            <a:pPr algn="just">
              <a:lnSpc>
                <a:spcPts val="3181"/>
              </a:lnSpc>
            </a:pP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IDE uses simplifier version of C and C++ programming language.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1234440"/>
            <a:ext cx="9144000" cy="9052560"/>
          </a:xfrm>
          <a:custGeom>
            <a:avLst/>
            <a:gdLst/>
            <a:ahLst/>
            <a:cxnLst/>
            <a:rect r="r" b="b" t="t" l="l"/>
            <a:pathLst>
              <a:path h="9052560" w="9144000">
                <a:moveTo>
                  <a:pt x="9144000" y="0"/>
                </a:moveTo>
                <a:lnTo>
                  <a:pt x="0" y="0"/>
                </a:lnTo>
                <a:lnTo>
                  <a:pt x="0" y="9052560"/>
                </a:lnTo>
                <a:lnTo>
                  <a:pt x="9144000" y="9052560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782099"/>
            <a:ext cx="7822897" cy="672280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792" y="0"/>
              <a:ext cx="797217" cy="698500"/>
            </a:xfrm>
            <a:custGeom>
              <a:avLst/>
              <a:gdLst/>
              <a:ahLst/>
              <a:cxnLst/>
              <a:rect r="r" b="b" t="t" l="l"/>
              <a:pathLst>
                <a:path h="698500" w="797217">
                  <a:moveTo>
                    <a:pt x="784603" y="384321"/>
                  </a:moveTo>
                  <a:lnTo>
                    <a:pt x="622213" y="663429"/>
                  </a:lnTo>
                  <a:cubicBezTo>
                    <a:pt x="609580" y="685142"/>
                    <a:pt x="586354" y="698500"/>
                    <a:pt x="561232" y="698500"/>
                  </a:cubicBezTo>
                  <a:lnTo>
                    <a:pt x="235984" y="698500"/>
                  </a:lnTo>
                  <a:cubicBezTo>
                    <a:pt x="210862" y="698500"/>
                    <a:pt x="187636" y="685142"/>
                    <a:pt x="175003" y="663429"/>
                  </a:cubicBezTo>
                  <a:lnTo>
                    <a:pt x="12613" y="384321"/>
                  </a:lnTo>
                  <a:cubicBezTo>
                    <a:pt x="0" y="362642"/>
                    <a:pt x="0" y="335858"/>
                    <a:pt x="12613" y="314179"/>
                  </a:cubicBezTo>
                  <a:lnTo>
                    <a:pt x="175003" y="35071"/>
                  </a:lnTo>
                  <a:cubicBezTo>
                    <a:pt x="187636" y="13358"/>
                    <a:pt x="210862" y="0"/>
                    <a:pt x="235984" y="0"/>
                  </a:cubicBezTo>
                  <a:lnTo>
                    <a:pt x="561232" y="0"/>
                  </a:lnTo>
                  <a:cubicBezTo>
                    <a:pt x="586354" y="0"/>
                    <a:pt x="609580" y="13358"/>
                    <a:pt x="622213" y="35071"/>
                  </a:cubicBezTo>
                  <a:lnTo>
                    <a:pt x="784603" y="314179"/>
                  </a:lnTo>
                  <a:cubicBezTo>
                    <a:pt x="797216" y="335858"/>
                    <a:pt x="797216" y="362642"/>
                    <a:pt x="784603" y="384321"/>
                  </a:cubicBezTo>
                  <a:close/>
                </a:path>
              </a:pathLst>
            </a:custGeom>
            <a:solidFill>
              <a:srgbClr val="000A3D"/>
            </a:solidFill>
            <a:ln w="190500" cap="rnd">
              <a:solidFill>
                <a:srgbClr val="E5C71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4127" y="2216450"/>
            <a:ext cx="6812043" cy="5854100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29" y="0"/>
              <a:ext cx="800142" cy="698500"/>
            </a:xfrm>
            <a:custGeom>
              <a:avLst/>
              <a:gdLst/>
              <a:ahLst/>
              <a:cxnLst/>
              <a:rect r="r" b="b" t="t" l="l"/>
              <a:pathLst>
                <a:path h="698500" w="800142">
                  <a:moveTo>
                    <a:pt x="789896" y="377738"/>
                  </a:moveTo>
                  <a:lnTo>
                    <a:pt x="619846" y="670012"/>
                  </a:lnTo>
                  <a:cubicBezTo>
                    <a:pt x="609584" y="687650"/>
                    <a:pt x="590718" y="698500"/>
                    <a:pt x="570312" y="698500"/>
                  </a:cubicBezTo>
                  <a:lnTo>
                    <a:pt x="229830" y="698500"/>
                  </a:lnTo>
                  <a:cubicBezTo>
                    <a:pt x="209424" y="698500"/>
                    <a:pt x="190558" y="687650"/>
                    <a:pt x="180296" y="670012"/>
                  </a:cubicBezTo>
                  <a:lnTo>
                    <a:pt x="10246" y="377738"/>
                  </a:lnTo>
                  <a:cubicBezTo>
                    <a:pt x="0" y="360128"/>
                    <a:pt x="0" y="338372"/>
                    <a:pt x="10246" y="320762"/>
                  </a:cubicBezTo>
                  <a:lnTo>
                    <a:pt x="180296" y="28488"/>
                  </a:lnTo>
                  <a:cubicBezTo>
                    <a:pt x="190558" y="10850"/>
                    <a:pt x="209424" y="0"/>
                    <a:pt x="229830" y="0"/>
                  </a:cubicBezTo>
                  <a:lnTo>
                    <a:pt x="570312" y="0"/>
                  </a:lnTo>
                  <a:cubicBezTo>
                    <a:pt x="590718" y="0"/>
                    <a:pt x="609584" y="10850"/>
                    <a:pt x="619846" y="28488"/>
                  </a:cubicBezTo>
                  <a:lnTo>
                    <a:pt x="789896" y="320762"/>
                  </a:lnTo>
                  <a:cubicBezTo>
                    <a:pt x="800142" y="338372"/>
                    <a:pt x="800142" y="360128"/>
                    <a:pt x="789896" y="377738"/>
                  </a:cubicBezTo>
                  <a:close/>
                </a:path>
              </a:pathLst>
            </a:custGeom>
            <a:blipFill>
              <a:blip r:embed="rId4"/>
              <a:stretch>
                <a:fillRect l="0" t="-6909" r="0" b="-6909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969967" y="-1581150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6" y="0"/>
                </a:lnTo>
                <a:lnTo>
                  <a:pt x="2348066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84013" y="1945040"/>
            <a:ext cx="7686352" cy="109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5"/>
              </a:lnSpc>
              <a:spcBef>
                <a:spcPct val="0"/>
              </a:spcBef>
            </a:pPr>
            <a:r>
              <a:rPr lang="en-US" b="true" sz="63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SPECIFICATIONS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4013" y="3460143"/>
            <a:ext cx="7075287" cy="437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Microcontroller: ATmega 328P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Operating Voltage: 5V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Input Voltage: 7-12 V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Digital I/O Pins: 14 pins (including 6 PWM Pins) 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Analog input Pins: 6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DC Current / pin : 40mA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DC Current whole Pins: 200mA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Flash memory: 32 KB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SRAM: 2KB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EEPROM: 1 KB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Clock Speed: 16 MHz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9362" y="793726"/>
            <a:ext cx="8838638" cy="9875574"/>
          </a:xfrm>
          <a:custGeom>
            <a:avLst/>
            <a:gdLst/>
            <a:ahLst/>
            <a:cxnLst/>
            <a:rect r="r" b="b" t="t" l="l"/>
            <a:pathLst>
              <a:path h="9875574" w="8838638">
                <a:moveTo>
                  <a:pt x="0" y="0"/>
                </a:moveTo>
                <a:lnTo>
                  <a:pt x="8838638" y="0"/>
                </a:lnTo>
                <a:lnTo>
                  <a:pt x="8838638" y="9875574"/>
                </a:lnTo>
                <a:lnTo>
                  <a:pt x="0" y="9875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85597" y="1782099"/>
            <a:ext cx="7822897" cy="672280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792" y="0"/>
              <a:ext cx="797217" cy="698500"/>
            </a:xfrm>
            <a:custGeom>
              <a:avLst/>
              <a:gdLst/>
              <a:ahLst/>
              <a:cxnLst/>
              <a:rect r="r" b="b" t="t" l="l"/>
              <a:pathLst>
                <a:path h="698500" w="797217">
                  <a:moveTo>
                    <a:pt x="784603" y="384321"/>
                  </a:moveTo>
                  <a:lnTo>
                    <a:pt x="622213" y="663429"/>
                  </a:lnTo>
                  <a:cubicBezTo>
                    <a:pt x="609580" y="685142"/>
                    <a:pt x="586354" y="698500"/>
                    <a:pt x="561232" y="698500"/>
                  </a:cubicBezTo>
                  <a:lnTo>
                    <a:pt x="235984" y="698500"/>
                  </a:lnTo>
                  <a:cubicBezTo>
                    <a:pt x="210862" y="698500"/>
                    <a:pt x="187636" y="685142"/>
                    <a:pt x="175003" y="663429"/>
                  </a:cubicBezTo>
                  <a:lnTo>
                    <a:pt x="12613" y="384321"/>
                  </a:lnTo>
                  <a:cubicBezTo>
                    <a:pt x="0" y="362642"/>
                    <a:pt x="0" y="335858"/>
                    <a:pt x="12613" y="314179"/>
                  </a:cubicBezTo>
                  <a:lnTo>
                    <a:pt x="175003" y="35071"/>
                  </a:lnTo>
                  <a:cubicBezTo>
                    <a:pt x="187636" y="13358"/>
                    <a:pt x="210862" y="0"/>
                    <a:pt x="235984" y="0"/>
                  </a:cubicBezTo>
                  <a:lnTo>
                    <a:pt x="561232" y="0"/>
                  </a:lnTo>
                  <a:cubicBezTo>
                    <a:pt x="586354" y="0"/>
                    <a:pt x="609580" y="13358"/>
                    <a:pt x="622213" y="35071"/>
                  </a:cubicBezTo>
                  <a:lnTo>
                    <a:pt x="784603" y="314179"/>
                  </a:lnTo>
                  <a:cubicBezTo>
                    <a:pt x="797216" y="335858"/>
                    <a:pt x="797216" y="362642"/>
                    <a:pt x="784603" y="384321"/>
                  </a:cubicBezTo>
                  <a:close/>
                </a:path>
              </a:pathLst>
            </a:custGeom>
            <a:solidFill>
              <a:srgbClr val="000A3D"/>
            </a:solidFill>
            <a:ln w="190500" cap="rnd">
              <a:solidFill>
                <a:srgbClr val="E5C71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91024" y="2216450"/>
            <a:ext cx="6812043" cy="5854100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29" y="0"/>
              <a:ext cx="800142" cy="698500"/>
            </a:xfrm>
            <a:custGeom>
              <a:avLst/>
              <a:gdLst/>
              <a:ahLst/>
              <a:cxnLst/>
              <a:rect r="r" b="b" t="t" l="l"/>
              <a:pathLst>
                <a:path h="698500" w="800142">
                  <a:moveTo>
                    <a:pt x="789896" y="377738"/>
                  </a:moveTo>
                  <a:lnTo>
                    <a:pt x="619846" y="670012"/>
                  </a:lnTo>
                  <a:cubicBezTo>
                    <a:pt x="609584" y="687650"/>
                    <a:pt x="590718" y="698500"/>
                    <a:pt x="570312" y="698500"/>
                  </a:cubicBezTo>
                  <a:lnTo>
                    <a:pt x="229830" y="698500"/>
                  </a:lnTo>
                  <a:cubicBezTo>
                    <a:pt x="209424" y="698500"/>
                    <a:pt x="190558" y="687650"/>
                    <a:pt x="180296" y="670012"/>
                  </a:cubicBezTo>
                  <a:lnTo>
                    <a:pt x="10246" y="377738"/>
                  </a:lnTo>
                  <a:cubicBezTo>
                    <a:pt x="0" y="360128"/>
                    <a:pt x="0" y="338372"/>
                    <a:pt x="10246" y="320762"/>
                  </a:cubicBezTo>
                  <a:lnTo>
                    <a:pt x="180296" y="28488"/>
                  </a:lnTo>
                  <a:cubicBezTo>
                    <a:pt x="190558" y="10850"/>
                    <a:pt x="209424" y="0"/>
                    <a:pt x="229830" y="0"/>
                  </a:cubicBezTo>
                  <a:lnTo>
                    <a:pt x="570312" y="0"/>
                  </a:lnTo>
                  <a:cubicBezTo>
                    <a:pt x="590718" y="0"/>
                    <a:pt x="609584" y="10850"/>
                    <a:pt x="619846" y="28488"/>
                  </a:cubicBezTo>
                  <a:lnTo>
                    <a:pt x="789896" y="320762"/>
                  </a:lnTo>
                  <a:cubicBezTo>
                    <a:pt x="800142" y="338372"/>
                    <a:pt x="800142" y="360128"/>
                    <a:pt x="789896" y="377738"/>
                  </a:cubicBezTo>
                  <a:close/>
                </a:path>
              </a:pathLst>
            </a:custGeom>
            <a:blipFill>
              <a:blip r:embed="rId4"/>
              <a:stretch>
                <a:fillRect l="0" t="-6909" r="0" b="-6909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969967" y="-1581150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6" y="0"/>
                </a:lnTo>
                <a:lnTo>
                  <a:pt x="2348066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935515"/>
            <a:ext cx="7075287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00000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MAJOR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96051"/>
            <a:ext cx="7370757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COMPONENTS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483570"/>
            <a:ext cx="7075287" cy="3578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USB Connector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Power Port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Microcontroller (ATmega 328P)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Analog Input Pins (A0-A5)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Digital Input Pins (0-13)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Reset Switch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Crystal Oscillator (16 MHz)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USB Chip Interface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RX TX LED’s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1235" y="-1443622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5" y="0"/>
                </a:lnTo>
                <a:lnTo>
                  <a:pt x="2348065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57374" y="434412"/>
            <a:ext cx="13573253" cy="9418175"/>
          </a:xfrm>
          <a:custGeom>
            <a:avLst/>
            <a:gdLst/>
            <a:ahLst/>
            <a:cxnLst/>
            <a:rect r="r" b="b" t="t" l="l"/>
            <a:pathLst>
              <a:path h="9418175" w="13573253">
                <a:moveTo>
                  <a:pt x="0" y="0"/>
                </a:moveTo>
                <a:lnTo>
                  <a:pt x="13573252" y="0"/>
                </a:lnTo>
                <a:lnTo>
                  <a:pt x="13573252" y="9418176"/>
                </a:lnTo>
                <a:lnTo>
                  <a:pt x="0" y="941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625389" y="0"/>
            <a:ext cx="8662611" cy="8543500"/>
          </a:xfrm>
          <a:custGeom>
            <a:avLst/>
            <a:gdLst/>
            <a:ahLst/>
            <a:cxnLst/>
            <a:rect r="r" b="b" t="t" l="l"/>
            <a:pathLst>
              <a:path h="8543500" w="8662611">
                <a:moveTo>
                  <a:pt x="0" y="8543500"/>
                </a:moveTo>
                <a:lnTo>
                  <a:pt x="8662611" y="8543500"/>
                </a:lnTo>
                <a:lnTo>
                  <a:pt x="8662611" y="0"/>
                </a:lnTo>
                <a:lnTo>
                  <a:pt x="0" y="0"/>
                </a:lnTo>
                <a:lnTo>
                  <a:pt x="0" y="8543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95115" y="1873922"/>
            <a:ext cx="8123159" cy="6980839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504" y="0"/>
              <a:ext cx="797793" cy="698500"/>
            </a:xfrm>
            <a:custGeom>
              <a:avLst/>
              <a:gdLst/>
              <a:ahLst/>
              <a:cxnLst/>
              <a:rect r="r" b="b" t="t" l="l"/>
              <a:pathLst>
                <a:path h="698500" w="797793">
                  <a:moveTo>
                    <a:pt x="785645" y="383025"/>
                  </a:moveTo>
                  <a:lnTo>
                    <a:pt x="621747" y="664725"/>
                  </a:lnTo>
                  <a:cubicBezTo>
                    <a:pt x="609581" y="685636"/>
                    <a:pt x="587213" y="698500"/>
                    <a:pt x="563020" y="698500"/>
                  </a:cubicBezTo>
                  <a:lnTo>
                    <a:pt x="234772" y="698500"/>
                  </a:lnTo>
                  <a:cubicBezTo>
                    <a:pt x="210579" y="698500"/>
                    <a:pt x="188211" y="685636"/>
                    <a:pt x="176045" y="664725"/>
                  </a:cubicBezTo>
                  <a:lnTo>
                    <a:pt x="12147" y="383025"/>
                  </a:lnTo>
                  <a:cubicBezTo>
                    <a:pt x="0" y="362147"/>
                    <a:pt x="0" y="336353"/>
                    <a:pt x="12147" y="315475"/>
                  </a:cubicBezTo>
                  <a:lnTo>
                    <a:pt x="176045" y="33775"/>
                  </a:lnTo>
                  <a:cubicBezTo>
                    <a:pt x="188211" y="12864"/>
                    <a:pt x="210579" y="0"/>
                    <a:pt x="234772" y="0"/>
                  </a:cubicBezTo>
                  <a:lnTo>
                    <a:pt x="563020" y="0"/>
                  </a:lnTo>
                  <a:cubicBezTo>
                    <a:pt x="587213" y="0"/>
                    <a:pt x="609581" y="12864"/>
                    <a:pt x="621747" y="33775"/>
                  </a:cubicBezTo>
                  <a:lnTo>
                    <a:pt x="785645" y="315475"/>
                  </a:lnTo>
                  <a:cubicBezTo>
                    <a:pt x="797792" y="336353"/>
                    <a:pt x="797792" y="362147"/>
                    <a:pt x="785645" y="383025"/>
                  </a:cubicBezTo>
                  <a:close/>
                </a:path>
              </a:pathLst>
            </a:custGeom>
            <a:solidFill>
              <a:srgbClr val="000A3D"/>
            </a:solidFill>
            <a:ln w="190500" cap="rnd">
              <a:solidFill>
                <a:srgbClr val="E5C71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19942" y="2324945"/>
            <a:ext cx="7073506" cy="6078794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095" y="0"/>
              <a:ext cx="800610" cy="698500"/>
            </a:xfrm>
            <a:custGeom>
              <a:avLst/>
              <a:gdLst/>
              <a:ahLst/>
              <a:cxnLst/>
              <a:rect r="r" b="b" t="t" l="l"/>
              <a:pathLst>
                <a:path h="698500" w="800610">
                  <a:moveTo>
                    <a:pt x="790743" y="376685"/>
                  </a:moveTo>
                  <a:lnTo>
                    <a:pt x="619467" y="671065"/>
                  </a:lnTo>
                  <a:cubicBezTo>
                    <a:pt x="609585" y="688051"/>
                    <a:pt x="591416" y="698500"/>
                    <a:pt x="571765" y="698500"/>
                  </a:cubicBezTo>
                  <a:lnTo>
                    <a:pt x="228845" y="698500"/>
                  </a:lnTo>
                  <a:cubicBezTo>
                    <a:pt x="209194" y="698500"/>
                    <a:pt x="191025" y="688051"/>
                    <a:pt x="181143" y="671065"/>
                  </a:cubicBezTo>
                  <a:lnTo>
                    <a:pt x="9867" y="376685"/>
                  </a:lnTo>
                  <a:cubicBezTo>
                    <a:pt x="0" y="359726"/>
                    <a:pt x="0" y="338774"/>
                    <a:pt x="9867" y="321815"/>
                  </a:cubicBezTo>
                  <a:lnTo>
                    <a:pt x="181143" y="27435"/>
                  </a:lnTo>
                  <a:cubicBezTo>
                    <a:pt x="191025" y="10449"/>
                    <a:pt x="209194" y="0"/>
                    <a:pt x="228845" y="0"/>
                  </a:cubicBezTo>
                  <a:lnTo>
                    <a:pt x="571765" y="0"/>
                  </a:lnTo>
                  <a:cubicBezTo>
                    <a:pt x="591416" y="0"/>
                    <a:pt x="609585" y="10449"/>
                    <a:pt x="619467" y="27435"/>
                  </a:cubicBezTo>
                  <a:lnTo>
                    <a:pt x="790743" y="321815"/>
                  </a:lnTo>
                  <a:cubicBezTo>
                    <a:pt x="800610" y="338774"/>
                    <a:pt x="800610" y="359726"/>
                    <a:pt x="790743" y="376685"/>
                  </a:cubicBezTo>
                  <a:close/>
                </a:path>
              </a:pathLst>
            </a:custGeom>
            <a:blipFill>
              <a:blip r:embed="rId4"/>
              <a:stretch>
                <a:fillRect l="0" t="-6956" r="0" b="-6956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485257" y="-1581150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6" y="0"/>
                </a:lnTo>
                <a:lnTo>
                  <a:pt x="2348066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935515"/>
            <a:ext cx="7804623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00000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H-BRIDGE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96051"/>
            <a:ext cx="7804623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APPLICATIONS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483570"/>
            <a:ext cx="7804623" cy="117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The most important application of the H-Bridge circuit as the motor driver circuit.</a:t>
            </a:r>
          </a:p>
          <a:p>
            <a:pPr algn="just" marL="528314" indent="-264157" lvl="1">
              <a:lnSpc>
                <a:spcPts val="3181"/>
              </a:lnSpc>
              <a:buFont typeface="Arial"/>
              <a:buChar char="•"/>
            </a:pPr>
            <a:r>
              <a:rPr lang="en-US" sz="2447" spc="-24">
                <a:solidFill>
                  <a:srgbClr val="000000"/>
                </a:solidFill>
                <a:latin typeface="Serithai"/>
                <a:ea typeface="Serithai"/>
                <a:cs typeface="Serithai"/>
                <a:sym typeface="Serithai"/>
              </a:rPr>
              <a:t>In Robotics Technology, H-bridge circuits are used.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69967" y="-1581150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6" y="0"/>
                </a:lnTo>
                <a:lnTo>
                  <a:pt x="2348066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87173" y="2089236"/>
            <a:ext cx="7713654" cy="7713654"/>
          </a:xfrm>
          <a:custGeom>
            <a:avLst/>
            <a:gdLst/>
            <a:ahLst/>
            <a:cxnLst/>
            <a:rect r="r" b="b" t="t" l="l"/>
            <a:pathLst>
              <a:path h="7713654" w="7713654">
                <a:moveTo>
                  <a:pt x="0" y="0"/>
                </a:moveTo>
                <a:lnTo>
                  <a:pt x="7713654" y="0"/>
                </a:lnTo>
                <a:lnTo>
                  <a:pt x="7713654" y="7713654"/>
                </a:lnTo>
                <a:lnTo>
                  <a:pt x="0" y="7713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38795" y="895350"/>
            <a:ext cx="11958476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MOTOR DRIVER (L298N)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3172" y="2497356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8485" y="731562"/>
            <a:ext cx="9917332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BLIND MAN STICK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8370" y="2742927"/>
            <a:ext cx="4675682" cy="6072315"/>
          </a:xfrm>
          <a:custGeom>
            <a:avLst/>
            <a:gdLst/>
            <a:ahLst/>
            <a:cxnLst/>
            <a:rect r="r" b="b" t="t" l="l"/>
            <a:pathLst>
              <a:path h="6072315" w="4675682">
                <a:moveTo>
                  <a:pt x="0" y="0"/>
                </a:moveTo>
                <a:lnTo>
                  <a:pt x="4675682" y="0"/>
                </a:lnTo>
                <a:lnTo>
                  <a:pt x="4675682" y="6072314"/>
                </a:lnTo>
                <a:lnTo>
                  <a:pt x="0" y="6072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8485" y="731562"/>
            <a:ext cx="9917332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BLIND MAN STICK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88485" y="2112009"/>
            <a:ext cx="8652617" cy="7146291"/>
          </a:xfrm>
          <a:custGeom>
            <a:avLst/>
            <a:gdLst/>
            <a:ahLst/>
            <a:cxnLst/>
            <a:rect r="r" b="b" t="t" l="l"/>
            <a:pathLst>
              <a:path h="7146291" w="8652617">
                <a:moveTo>
                  <a:pt x="0" y="0"/>
                </a:moveTo>
                <a:lnTo>
                  <a:pt x="8652616" y="0"/>
                </a:lnTo>
                <a:lnTo>
                  <a:pt x="8652616" y="7146291"/>
                </a:lnTo>
                <a:lnTo>
                  <a:pt x="0" y="7146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8485" y="501363"/>
            <a:ext cx="9917332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COMPONENTS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95656" y="2628842"/>
            <a:ext cx="6763002" cy="6763002"/>
          </a:xfrm>
          <a:custGeom>
            <a:avLst/>
            <a:gdLst/>
            <a:ahLst/>
            <a:cxnLst/>
            <a:rect r="r" b="b" t="t" l="l"/>
            <a:pathLst>
              <a:path h="6763002" w="6763002">
                <a:moveTo>
                  <a:pt x="0" y="0"/>
                </a:moveTo>
                <a:lnTo>
                  <a:pt x="6763002" y="0"/>
                </a:lnTo>
                <a:lnTo>
                  <a:pt x="6763002" y="6763002"/>
                </a:lnTo>
                <a:lnTo>
                  <a:pt x="0" y="6763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88485" y="501363"/>
            <a:ext cx="9917332" cy="119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5"/>
              </a:lnSpc>
              <a:spcBef>
                <a:spcPct val="0"/>
              </a:spcBef>
            </a:pPr>
            <a:r>
              <a:rPr lang="en-US" b="true" sz="6996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COMPONENTS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9362" y="793726"/>
            <a:ext cx="8838638" cy="9875574"/>
          </a:xfrm>
          <a:custGeom>
            <a:avLst/>
            <a:gdLst/>
            <a:ahLst/>
            <a:cxnLst/>
            <a:rect r="r" b="b" t="t" l="l"/>
            <a:pathLst>
              <a:path h="9875574" w="8838638">
                <a:moveTo>
                  <a:pt x="0" y="0"/>
                </a:moveTo>
                <a:lnTo>
                  <a:pt x="8838638" y="0"/>
                </a:lnTo>
                <a:lnTo>
                  <a:pt x="8838638" y="9875574"/>
                </a:lnTo>
                <a:lnTo>
                  <a:pt x="0" y="9875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85597" y="1782099"/>
            <a:ext cx="7822897" cy="6722802"/>
            <a:chOff x="0" y="0"/>
            <a:chExt cx="812800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792" y="0"/>
              <a:ext cx="797217" cy="698500"/>
            </a:xfrm>
            <a:custGeom>
              <a:avLst/>
              <a:gdLst/>
              <a:ahLst/>
              <a:cxnLst/>
              <a:rect r="r" b="b" t="t" l="l"/>
              <a:pathLst>
                <a:path h="698500" w="797217">
                  <a:moveTo>
                    <a:pt x="784603" y="384321"/>
                  </a:moveTo>
                  <a:lnTo>
                    <a:pt x="622213" y="663429"/>
                  </a:lnTo>
                  <a:cubicBezTo>
                    <a:pt x="609580" y="685142"/>
                    <a:pt x="586354" y="698500"/>
                    <a:pt x="561232" y="698500"/>
                  </a:cubicBezTo>
                  <a:lnTo>
                    <a:pt x="235984" y="698500"/>
                  </a:lnTo>
                  <a:cubicBezTo>
                    <a:pt x="210862" y="698500"/>
                    <a:pt x="187636" y="685142"/>
                    <a:pt x="175003" y="663429"/>
                  </a:cubicBezTo>
                  <a:lnTo>
                    <a:pt x="12613" y="384321"/>
                  </a:lnTo>
                  <a:cubicBezTo>
                    <a:pt x="0" y="362642"/>
                    <a:pt x="0" y="335858"/>
                    <a:pt x="12613" y="314179"/>
                  </a:cubicBezTo>
                  <a:lnTo>
                    <a:pt x="175003" y="35071"/>
                  </a:lnTo>
                  <a:cubicBezTo>
                    <a:pt x="187636" y="13358"/>
                    <a:pt x="210862" y="0"/>
                    <a:pt x="235984" y="0"/>
                  </a:cubicBezTo>
                  <a:lnTo>
                    <a:pt x="561232" y="0"/>
                  </a:lnTo>
                  <a:cubicBezTo>
                    <a:pt x="586354" y="0"/>
                    <a:pt x="609580" y="13358"/>
                    <a:pt x="622213" y="35071"/>
                  </a:cubicBezTo>
                  <a:lnTo>
                    <a:pt x="784603" y="314179"/>
                  </a:lnTo>
                  <a:cubicBezTo>
                    <a:pt x="797216" y="335858"/>
                    <a:pt x="797216" y="362642"/>
                    <a:pt x="784603" y="384321"/>
                  </a:cubicBezTo>
                  <a:close/>
                </a:path>
              </a:pathLst>
            </a:custGeom>
            <a:solidFill>
              <a:srgbClr val="000A3D"/>
            </a:solidFill>
            <a:ln w="190500" cap="rnd">
              <a:solidFill>
                <a:srgbClr val="E5C71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91024" y="2216450"/>
            <a:ext cx="6812043" cy="5854100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29" y="0"/>
              <a:ext cx="800142" cy="698500"/>
            </a:xfrm>
            <a:custGeom>
              <a:avLst/>
              <a:gdLst/>
              <a:ahLst/>
              <a:cxnLst/>
              <a:rect r="r" b="b" t="t" l="l"/>
              <a:pathLst>
                <a:path h="698500" w="800142">
                  <a:moveTo>
                    <a:pt x="789896" y="377738"/>
                  </a:moveTo>
                  <a:lnTo>
                    <a:pt x="619846" y="670012"/>
                  </a:lnTo>
                  <a:cubicBezTo>
                    <a:pt x="609584" y="687650"/>
                    <a:pt x="590718" y="698500"/>
                    <a:pt x="570312" y="698500"/>
                  </a:cubicBezTo>
                  <a:lnTo>
                    <a:pt x="229830" y="698500"/>
                  </a:lnTo>
                  <a:cubicBezTo>
                    <a:pt x="209424" y="698500"/>
                    <a:pt x="190558" y="687650"/>
                    <a:pt x="180296" y="670012"/>
                  </a:cubicBezTo>
                  <a:lnTo>
                    <a:pt x="10246" y="377738"/>
                  </a:lnTo>
                  <a:cubicBezTo>
                    <a:pt x="0" y="360128"/>
                    <a:pt x="0" y="338372"/>
                    <a:pt x="10246" y="320762"/>
                  </a:cubicBezTo>
                  <a:lnTo>
                    <a:pt x="180296" y="28488"/>
                  </a:lnTo>
                  <a:cubicBezTo>
                    <a:pt x="190558" y="10850"/>
                    <a:pt x="209424" y="0"/>
                    <a:pt x="229830" y="0"/>
                  </a:cubicBezTo>
                  <a:lnTo>
                    <a:pt x="570312" y="0"/>
                  </a:lnTo>
                  <a:cubicBezTo>
                    <a:pt x="590718" y="0"/>
                    <a:pt x="609584" y="10850"/>
                    <a:pt x="619846" y="28488"/>
                  </a:cubicBezTo>
                  <a:lnTo>
                    <a:pt x="789896" y="320762"/>
                  </a:lnTo>
                  <a:cubicBezTo>
                    <a:pt x="800142" y="338372"/>
                    <a:pt x="800142" y="360128"/>
                    <a:pt x="789896" y="377738"/>
                  </a:cubicBezTo>
                  <a:close/>
                </a:path>
              </a:pathLst>
            </a:custGeom>
            <a:blipFill>
              <a:blip r:embed="rId4"/>
              <a:stretch>
                <a:fillRect l="-21709" t="-3356" r="-29164" b="-11268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1509836" y="-2408050"/>
            <a:ext cx="8284081" cy="4151549"/>
            <a:chOff x="0" y="0"/>
            <a:chExt cx="1393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281" y="0"/>
              <a:ext cx="1381238" cy="698500"/>
            </a:xfrm>
            <a:custGeom>
              <a:avLst/>
              <a:gdLst/>
              <a:ahLst/>
              <a:cxnLst/>
              <a:rect r="r" b="b" t="t" l="l"/>
              <a:pathLst>
                <a:path h="698500" w="1381238">
                  <a:moveTo>
                    <a:pt x="1371070" y="377522"/>
                  </a:moveTo>
                  <a:lnTo>
                    <a:pt x="1200769" y="670228"/>
                  </a:lnTo>
                  <a:cubicBezTo>
                    <a:pt x="1190584" y="687732"/>
                    <a:pt x="1171861" y="698500"/>
                    <a:pt x="1151610" y="698500"/>
                  </a:cubicBezTo>
                  <a:lnTo>
                    <a:pt x="229628" y="698500"/>
                  </a:lnTo>
                  <a:cubicBezTo>
                    <a:pt x="209377" y="698500"/>
                    <a:pt x="190654" y="687732"/>
                    <a:pt x="180470" y="670228"/>
                  </a:cubicBezTo>
                  <a:lnTo>
                    <a:pt x="10168" y="377522"/>
                  </a:lnTo>
                  <a:cubicBezTo>
                    <a:pt x="0" y="360046"/>
                    <a:pt x="0" y="338454"/>
                    <a:pt x="10168" y="320978"/>
                  </a:cubicBezTo>
                  <a:lnTo>
                    <a:pt x="180470" y="28272"/>
                  </a:lnTo>
                  <a:cubicBezTo>
                    <a:pt x="190654" y="10768"/>
                    <a:pt x="209377" y="0"/>
                    <a:pt x="229628" y="0"/>
                  </a:cubicBezTo>
                  <a:lnTo>
                    <a:pt x="1151610" y="0"/>
                  </a:lnTo>
                  <a:cubicBezTo>
                    <a:pt x="1171861" y="0"/>
                    <a:pt x="1190584" y="10768"/>
                    <a:pt x="1200769" y="28272"/>
                  </a:cubicBezTo>
                  <a:lnTo>
                    <a:pt x="1371070" y="320978"/>
                  </a:lnTo>
                  <a:cubicBezTo>
                    <a:pt x="1381238" y="338454"/>
                    <a:pt x="1381238" y="360046"/>
                    <a:pt x="1371070" y="377522"/>
                  </a:cubicBezTo>
                  <a:close/>
                </a:path>
              </a:pathLst>
            </a:custGeom>
            <a:solidFill>
              <a:srgbClr val="000A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1165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373339"/>
            <a:ext cx="973995" cy="929723"/>
          </a:xfrm>
          <a:custGeom>
            <a:avLst/>
            <a:gdLst/>
            <a:ahLst/>
            <a:cxnLst/>
            <a:rect r="r" b="b" t="t" l="l"/>
            <a:pathLst>
              <a:path h="929723" w="973995">
                <a:moveTo>
                  <a:pt x="0" y="0"/>
                </a:moveTo>
                <a:lnTo>
                  <a:pt x="973995" y="0"/>
                </a:lnTo>
                <a:lnTo>
                  <a:pt x="973995" y="929722"/>
                </a:lnTo>
                <a:lnTo>
                  <a:pt x="0" y="929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969967" y="-1581150"/>
            <a:ext cx="2348065" cy="2324585"/>
          </a:xfrm>
          <a:custGeom>
            <a:avLst/>
            <a:gdLst/>
            <a:ahLst/>
            <a:cxnLst/>
            <a:rect r="r" b="b" t="t" l="l"/>
            <a:pathLst>
              <a:path h="2324585" w="2348065">
                <a:moveTo>
                  <a:pt x="0" y="0"/>
                </a:moveTo>
                <a:lnTo>
                  <a:pt x="2348066" y="0"/>
                </a:lnTo>
                <a:lnTo>
                  <a:pt x="2348066" y="2324585"/>
                </a:lnTo>
                <a:lnTo>
                  <a:pt x="0" y="23245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3751662"/>
            <a:ext cx="6700764" cy="177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5"/>
              </a:lnSpc>
              <a:spcBef>
                <a:spcPct val="0"/>
              </a:spcBef>
            </a:pPr>
            <a:r>
              <a:rPr lang="en-US" b="true" sz="10403">
                <a:solidFill>
                  <a:srgbClr val="000000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THANK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330647"/>
            <a:ext cx="6467415" cy="1779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5"/>
              </a:lnSpc>
              <a:spcBef>
                <a:spcPct val="0"/>
              </a:spcBef>
            </a:pPr>
            <a:r>
              <a:rPr lang="en-US" b="true" sz="10403">
                <a:solidFill>
                  <a:srgbClr val="071D79"/>
                </a:solidFill>
                <a:latin typeface="Petchlamoon Bold"/>
                <a:ea typeface="Petchlamoon Bold"/>
                <a:cs typeface="Petchlamoon Bold"/>
                <a:sym typeface="Petchlamoon Bold"/>
              </a:rPr>
              <a:t>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126154"/>
            <a:ext cx="6700764" cy="37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1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191003" y="679431"/>
            <a:ext cx="3080890" cy="49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3116" spc="-31">
                <a:solidFill>
                  <a:srgbClr val="FFFFFF"/>
                </a:solidFill>
                <a:latin typeface="Serithai"/>
                <a:ea typeface="Serithai"/>
                <a:cs typeface="Serithai"/>
                <a:sym typeface="Serithai"/>
              </a:rPr>
              <a:t>Thynk Unlimited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1509836" y="-2408050"/>
            <a:ext cx="8284081" cy="4151549"/>
            <a:chOff x="0" y="0"/>
            <a:chExt cx="11045441" cy="553539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045441" cy="5535399"/>
              <a:chOff x="0" y="0"/>
              <a:chExt cx="1393800" cy="6985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6281" y="0"/>
                <a:ext cx="1381238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1381238">
                    <a:moveTo>
                      <a:pt x="1371070" y="377522"/>
                    </a:moveTo>
                    <a:lnTo>
                      <a:pt x="1200769" y="670228"/>
                    </a:lnTo>
                    <a:cubicBezTo>
                      <a:pt x="1190584" y="687732"/>
                      <a:pt x="1171861" y="698500"/>
                      <a:pt x="1151610" y="698500"/>
                    </a:cubicBezTo>
                    <a:lnTo>
                      <a:pt x="229628" y="698500"/>
                    </a:lnTo>
                    <a:cubicBezTo>
                      <a:pt x="209377" y="698500"/>
                      <a:pt x="190654" y="687732"/>
                      <a:pt x="180470" y="670228"/>
                    </a:cubicBezTo>
                    <a:lnTo>
                      <a:pt x="10168" y="377522"/>
                    </a:lnTo>
                    <a:cubicBezTo>
                      <a:pt x="0" y="360046"/>
                      <a:pt x="0" y="338454"/>
                      <a:pt x="10168" y="320978"/>
                    </a:cubicBezTo>
                    <a:lnTo>
                      <a:pt x="180470" y="28272"/>
                    </a:lnTo>
                    <a:cubicBezTo>
                      <a:pt x="190654" y="10768"/>
                      <a:pt x="209377" y="0"/>
                      <a:pt x="229628" y="0"/>
                    </a:cubicBezTo>
                    <a:lnTo>
                      <a:pt x="1151610" y="0"/>
                    </a:lnTo>
                    <a:cubicBezTo>
                      <a:pt x="1171861" y="0"/>
                      <a:pt x="1190584" y="10768"/>
                      <a:pt x="1200769" y="28272"/>
                    </a:cubicBezTo>
                    <a:lnTo>
                      <a:pt x="1371070" y="320978"/>
                    </a:lnTo>
                    <a:cubicBezTo>
                      <a:pt x="1381238" y="338454"/>
                      <a:pt x="1381238" y="360046"/>
                      <a:pt x="1371070" y="377522"/>
                    </a:cubicBezTo>
                    <a:close/>
                  </a:path>
                </a:pathLst>
              </a:custGeom>
              <a:solidFill>
                <a:srgbClr val="000A3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14300" y="-38100"/>
                <a:ext cx="116520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536191" y="3414474"/>
              <a:ext cx="1944362" cy="1961525"/>
            </a:xfrm>
            <a:custGeom>
              <a:avLst/>
              <a:gdLst/>
              <a:ahLst/>
              <a:cxnLst/>
              <a:rect r="r" b="b" t="t" l="l"/>
              <a:pathLst>
                <a:path h="1961525" w="1944362">
                  <a:moveTo>
                    <a:pt x="0" y="0"/>
                  </a:moveTo>
                  <a:lnTo>
                    <a:pt x="1944362" y="0"/>
                  </a:lnTo>
                  <a:lnTo>
                    <a:pt x="1944362" y="1961526"/>
                  </a:lnTo>
                  <a:lnTo>
                    <a:pt x="0" y="196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4934452" y="4126166"/>
              <a:ext cx="4107853" cy="6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1"/>
                </a:lnSpc>
              </a:pPr>
              <a:r>
                <a:rPr lang="en-US" sz="3116" spc="-31">
                  <a:solidFill>
                    <a:srgbClr val="FFFFFF"/>
                  </a:solidFill>
                  <a:latin typeface="Serithai"/>
                  <a:ea typeface="Serithai"/>
                  <a:cs typeface="Serithai"/>
                  <a:sym typeface="Serithai"/>
                </a:rPr>
                <a:t>Robotics INC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DAGYJQQKNZs</dc:identifier>
  <dcterms:modified xsi:type="dcterms:W3CDTF">2011-08-01T06:04:30Z</dcterms:modified>
  <cp:revision>1</cp:revision>
  <dc:title>Robotics INC presentation</dc:title>
</cp:coreProperties>
</file>